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508" y="-180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5887410" y="2041550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284087"/>
              </p:ext>
            </p:extLst>
          </p:nvPr>
        </p:nvGraphicFramePr>
        <p:xfrm>
          <a:off x="90604" y="2350735"/>
          <a:ext cx="3891518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518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8945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16305">
                <a:tc>
                  <a:txBody>
                    <a:bodyPr/>
                    <a:lstStyle/>
                    <a:p>
                      <a:r>
                        <a:rPr lang="vi-VN" sz="12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Giới</a:t>
                      </a:r>
                      <a:r>
                        <a:rPr lang="vi-VN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2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thiệu</a:t>
                      </a:r>
                      <a:r>
                        <a:rPr lang="vi-VN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2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vi-VN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2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endParaRPr lang="vi-VN" sz="12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900" b="0" dirty="0" err="1"/>
                        <a:t>Hệ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thống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gồm</a:t>
                      </a:r>
                      <a:r>
                        <a:rPr lang="en-US" sz="900" b="0" dirty="0"/>
                        <a:t> 4 module </a:t>
                      </a:r>
                      <a:r>
                        <a:rPr lang="en-US" sz="900" b="0" dirty="0" err="1"/>
                        <a:t>chính</a:t>
                      </a:r>
                      <a:r>
                        <a:rPr lang="en-US" sz="900" b="0" dirty="0"/>
                        <a:t>, </a:t>
                      </a:r>
                      <a:r>
                        <a:rPr lang="en-US" sz="900" b="0" dirty="0" err="1"/>
                        <a:t>phục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vụ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quản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lý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tài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sản</a:t>
                      </a:r>
                      <a:r>
                        <a:rPr lang="en-US" sz="900" b="0" dirty="0"/>
                        <a:t>, </a:t>
                      </a:r>
                      <a:r>
                        <a:rPr lang="en-US" sz="900" b="0" dirty="0" err="1"/>
                        <a:t>phòng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họp</a:t>
                      </a:r>
                      <a:r>
                        <a:rPr lang="en-US" sz="900" b="0" dirty="0"/>
                        <a:t>, </a:t>
                      </a:r>
                      <a:r>
                        <a:rPr lang="en-US" sz="900" b="0" dirty="0" err="1"/>
                        <a:t>tài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sản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dùng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chung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và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nhân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sự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trong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doanh</a:t>
                      </a:r>
                      <a:r>
                        <a:rPr lang="en-US" sz="900" b="0" dirty="0"/>
                        <a:t> </a:t>
                      </a:r>
                      <a:r>
                        <a:rPr lang="en-US" sz="900" b="0" dirty="0" err="1"/>
                        <a:t>nghiệp</a:t>
                      </a:r>
                      <a:r>
                        <a:rPr lang="en-US" sz="900" b="0" dirty="0"/>
                        <a:t>.</a:t>
                      </a:r>
                      <a:endParaRPr lang="vi-VN" sz="900" b="0" dirty="0"/>
                    </a:p>
                    <a:p>
                      <a:r>
                        <a:rPr lang="vi-VN" sz="900" b="0" dirty="0"/>
                        <a:t>- </a:t>
                      </a:r>
                      <a:r>
                        <a:rPr lang="vi-VN" sz="900" b="0" dirty="0" err="1"/>
                        <a:t>Quản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lý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loại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tài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sản</a:t>
                      </a:r>
                      <a:r>
                        <a:rPr lang="vi-VN" sz="900" b="0" dirty="0"/>
                        <a:t> (thông tin, </a:t>
                      </a:r>
                      <a:r>
                        <a:rPr lang="vi-VN" sz="900" b="0" dirty="0" err="1"/>
                        <a:t>tuổi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thọ</a:t>
                      </a:r>
                      <a:r>
                        <a:rPr lang="vi-VN" sz="900" b="0" dirty="0"/>
                        <a:t>, </a:t>
                      </a:r>
                      <a:r>
                        <a:rPr lang="vi-VN" sz="900" b="0" dirty="0" err="1"/>
                        <a:t>số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lượng</a:t>
                      </a:r>
                      <a:r>
                        <a:rPr lang="vi-VN" sz="900" b="0" dirty="0"/>
                        <a:t>).</a:t>
                      </a:r>
                    </a:p>
                    <a:p>
                      <a:r>
                        <a:rPr lang="vi-VN" sz="900" b="0" dirty="0"/>
                        <a:t>- </a:t>
                      </a:r>
                      <a:r>
                        <a:rPr lang="vi-VN" sz="900" b="0" dirty="0" err="1"/>
                        <a:t>Quản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lý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tài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sản</a:t>
                      </a:r>
                      <a:r>
                        <a:rPr lang="vi-VN" sz="900" b="0" dirty="0"/>
                        <a:t> chi </a:t>
                      </a:r>
                      <a:r>
                        <a:rPr lang="vi-VN" sz="900" b="0" dirty="0" err="1"/>
                        <a:t>tiết</a:t>
                      </a:r>
                      <a:r>
                        <a:rPr lang="vi-VN" sz="900" b="0" dirty="0"/>
                        <a:t> (</a:t>
                      </a:r>
                      <a:r>
                        <a:rPr lang="vi-VN" sz="900" b="0" dirty="0" err="1"/>
                        <a:t>giá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trị</a:t>
                      </a:r>
                      <a:r>
                        <a:rPr lang="vi-VN" sz="900" b="0" dirty="0"/>
                        <a:t>, </a:t>
                      </a:r>
                      <a:r>
                        <a:rPr lang="vi-VN" sz="900" b="0" dirty="0" err="1"/>
                        <a:t>khấu</a:t>
                      </a:r>
                      <a:r>
                        <a:rPr lang="vi-VN" sz="900" b="0" dirty="0"/>
                        <a:t> hao, </a:t>
                      </a:r>
                      <a:r>
                        <a:rPr lang="vi-VN" sz="900" b="0" dirty="0" err="1"/>
                        <a:t>tình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trạng</a:t>
                      </a:r>
                      <a:r>
                        <a:rPr lang="vi-VN" sz="900" b="0" dirty="0"/>
                        <a:t>, </a:t>
                      </a:r>
                      <a:r>
                        <a:rPr lang="vi-VN" sz="900" b="0" dirty="0" err="1"/>
                        <a:t>vị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trí</a:t>
                      </a:r>
                      <a:r>
                        <a:rPr lang="vi-VN" sz="900" b="0" dirty="0"/>
                        <a:t>, </a:t>
                      </a:r>
                      <a:r>
                        <a:rPr lang="vi-VN" sz="900" b="0" dirty="0" err="1"/>
                        <a:t>người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sử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dụng</a:t>
                      </a:r>
                      <a:r>
                        <a:rPr lang="vi-VN" sz="900" b="0" dirty="0"/>
                        <a:t>).</a:t>
                      </a:r>
                    </a:p>
                    <a:p>
                      <a:r>
                        <a:rPr lang="vi-VN" sz="900" b="0" dirty="0"/>
                        <a:t>- Theo </a:t>
                      </a:r>
                      <a:r>
                        <a:rPr lang="vi-VN" sz="900" b="0" dirty="0" err="1"/>
                        <a:t>dõi</a:t>
                      </a:r>
                      <a:r>
                        <a:rPr lang="vi-VN" sz="900" b="0" dirty="0"/>
                        <a:t> phân </a:t>
                      </a:r>
                      <a:r>
                        <a:rPr lang="vi-VN" sz="900" b="0" dirty="0" err="1"/>
                        <a:t>bổ</a:t>
                      </a:r>
                      <a:r>
                        <a:rPr lang="vi-VN" sz="900" b="0" dirty="0"/>
                        <a:t> – thu </a:t>
                      </a:r>
                      <a:r>
                        <a:rPr lang="vi-VN" sz="900" b="0" dirty="0" err="1"/>
                        <a:t>hồi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tài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sản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và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thời</a:t>
                      </a:r>
                      <a:r>
                        <a:rPr lang="vi-VN" sz="900" b="0" dirty="0"/>
                        <a:t> gian </a:t>
                      </a:r>
                      <a:r>
                        <a:rPr lang="vi-VN" sz="900" b="0" dirty="0" err="1"/>
                        <a:t>sử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dụng</a:t>
                      </a:r>
                      <a:r>
                        <a:rPr lang="vi-VN" sz="900" b="0" dirty="0"/>
                        <a:t>.</a:t>
                      </a:r>
                    </a:p>
                    <a:p>
                      <a:r>
                        <a:rPr lang="vi-VN" sz="900" b="0" dirty="0"/>
                        <a:t>- Ghi </a:t>
                      </a:r>
                      <a:r>
                        <a:rPr lang="vi-VN" sz="900" b="0" dirty="0" err="1"/>
                        <a:t>nhận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lịch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sử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bảo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trì</a:t>
                      </a:r>
                      <a:r>
                        <a:rPr lang="vi-VN" sz="900" b="0" dirty="0"/>
                        <a:t>, chi </a:t>
                      </a:r>
                      <a:r>
                        <a:rPr lang="vi-VN" sz="900" b="0" dirty="0" err="1"/>
                        <a:t>phí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và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kế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hoạch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bảo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trì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tiếp</a:t>
                      </a:r>
                      <a:r>
                        <a:rPr lang="vi-VN" sz="900" b="0" dirty="0"/>
                        <a:t> theo.</a:t>
                      </a:r>
                    </a:p>
                    <a:p>
                      <a:r>
                        <a:rPr lang="vi-VN" sz="900" b="0" dirty="0"/>
                        <a:t>- </a:t>
                      </a:r>
                      <a:r>
                        <a:rPr lang="vi-VN" sz="900" b="0" dirty="0" err="1"/>
                        <a:t>Quản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lý</a:t>
                      </a:r>
                      <a:r>
                        <a:rPr lang="vi-VN" sz="900" b="0" dirty="0"/>
                        <a:t> danh </a:t>
                      </a:r>
                      <a:r>
                        <a:rPr lang="vi-VN" sz="900" b="0" dirty="0" err="1"/>
                        <a:t>mục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phòng</a:t>
                      </a:r>
                      <a:r>
                        <a:rPr lang="vi-VN" sz="900" b="0" dirty="0"/>
                        <a:t> theo </a:t>
                      </a:r>
                      <a:r>
                        <a:rPr lang="vi-VN" sz="900" b="0" dirty="0" err="1"/>
                        <a:t>sức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chứa</a:t>
                      </a:r>
                      <a:r>
                        <a:rPr lang="vi-VN" sz="900" b="0" dirty="0"/>
                        <a:t>.</a:t>
                      </a:r>
                    </a:p>
                    <a:p>
                      <a:r>
                        <a:rPr lang="vi-VN" sz="900" b="0" dirty="0"/>
                        <a:t>- </a:t>
                      </a:r>
                      <a:r>
                        <a:rPr lang="vi-VN" sz="900" b="0" dirty="0" err="1"/>
                        <a:t>Quản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lý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thiết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bị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phòng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họp</a:t>
                      </a:r>
                      <a:r>
                        <a:rPr lang="vi-VN" sz="900" b="0" dirty="0"/>
                        <a:t>.</a:t>
                      </a:r>
                    </a:p>
                    <a:p>
                      <a:r>
                        <a:rPr lang="vi-VN" sz="900" b="0" dirty="0"/>
                        <a:t>- </a:t>
                      </a:r>
                      <a:r>
                        <a:rPr lang="vi-VN" sz="900" b="0" dirty="0" err="1"/>
                        <a:t>Quản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lý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phòng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họp</a:t>
                      </a:r>
                      <a:r>
                        <a:rPr lang="vi-VN" sz="900" b="0" dirty="0"/>
                        <a:t> (</a:t>
                      </a:r>
                      <a:r>
                        <a:rPr lang="vi-VN" sz="900" b="0" dirty="0" err="1"/>
                        <a:t>vị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trí</a:t>
                      </a:r>
                      <a:r>
                        <a:rPr lang="vi-VN" sz="900" b="0" dirty="0"/>
                        <a:t>, </a:t>
                      </a:r>
                      <a:r>
                        <a:rPr lang="vi-VN" sz="900" b="0" dirty="0" err="1"/>
                        <a:t>trạng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thái</a:t>
                      </a:r>
                      <a:r>
                        <a:rPr lang="vi-VN" sz="900" b="0" dirty="0"/>
                        <a:t>, </a:t>
                      </a:r>
                      <a:r>
                        <a:rPr lang="vi-VN" sz="900" b="0" dirty="0" err="1"/>
                        <a:t>thiết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bị</a:t>
                      </a:r>
                      <a:r>
                        <a:rPr lang="vi-VN" sz="900" b="0" dirty="0"/>
                        <a:t>, </a:t>
                      </a:r>
                      <a:r>
                        <a:rPr lang="vi-VN" sz="900" b="0" dirty="0" err="1"/>
                        <a:t>tần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suất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sử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dụng</a:t>
                      </a:r>
                      <a:r>
                        <a:rPr lang="vi-VN" sz="900" b="0" dirty="0"/>
                        <a:t>).</a:t>
                      </a:r>
                    </a:p>
                    <a:p>
                      <a:r>
                        <a:rPr lang="vi-VN" sz="900" b="0" dirty="0"/>
                        <a:t>- </a:t>
                      </a:r>
                      <a:r>
                        <a:rPr lang="vi-VN" sz="900" b="0" dirty="0" err="1"/>
                        <a:t>Đặt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phòng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họp</a:t>
                      </a:r>
                      <a:r>
                        <a:rPr lang="vi-VN" sz="900" b="0" dirty="0"/>
                        <a:t> theo </a:t>
                      </a:r>
                      <a:r>
                        <a:rPr lang="vi-VN" sz="900" b="0" dirty="0" err="1"/>
                        <a:t>thời</a:t>
                      </a:r>
                      <a:r>
                        <a:rPr lang="vi-VN" sz="900" b="0" dirty="0"/>
                        <a:t> gian, </a:t>
                      </a:r>
                      <a:r>
                        <a:rPr lang="vi-VN" sz="900" b="0" dirty="0" err="1"/>
                        <a:t>kiểm</a:t>
                      </a:r>
                      <a:r>
                        <a:rPr lang="vi-VN" sz="900" b="0" dirty="0"/>
                        <a:t> tra </a:t>
                      </a:r>
                      <a:r>
                        <a:rPr lang="vi-VN" sz="900" b="0" dirty="0" err="1"/>
                        <a:t>trùng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lịch</a:t>
                      </a:r>
                      <a:r>
                        <a:rPr lang="vi-VN" sz="900" b="0" dirty="0"/>
                        <a:t>, </a:t>
                      </a:r>
                      <a:r>
                        <a:rPr lang="vi-VN" sz="900" b="0" dirty="0" err="1"/>
                        <a:t>đính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kèm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tài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liệu</a:t>
                      </a:r>
                      <a:r>
                        <a:rPr lang="vi-VN" sz="900" b="0" dirty="0"/>
                        <a:t>.</a:t>
                      </a:r>
                    </a:p>
                    <a:p>
                      <a:r>
                        <a:rPr lang="vi-VN" sz="900" b="0" dirty="0"/>
                        <a:t>- </a:t>
                      </a:r>
                      <a:r>
                        <a:rPr lang="vi-VN" sz="900" b="0" dirty="0" err="1"/>
                        <a:t>Quản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lý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người</a:t>
                      </a:r>
                      <a:r>
                        <a:rPr lang="vi-VN" sz="900" b="0" dirty="0"/>
                        <a:t> tham gia </a:t>
                      </a:r>
                      <a:r>
                        <a:rPr lang="vi-VN" sz="900" b="0" dirty="0" err="1"/>
                        <a:t>và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trạng</a:t>
                      </a:r>
                      <a:r>
                        <a:rPr lang="vi-VN" sz="900" b="0" dirty="0"/>
                        <a:t> </a:t>
                      </a:r>
                      <a:r>
                        <a:rPr lang="vi-VN" sz="900" b="0" dirty="0" err="1"/>
                        <a:t>thái</a:t>
                      </a:r>
                      <a:r>
                        <a:rPr lang="vi-VN" sz="900" b="0" dirty="0"/>
                        <a:t> tham </a:t>
                      </a:r>
                      <a:r>
                        <a:rPr lang="vi-VN" sz="900" b="0" dirty="0" err="1"/>
                        <a:t>dự</a:t>
                      </a:r>
                      <a:r>
                        <a:rPr lang="vi-VN" sz="900" b="0" dirty="0"/>
                        <a:t>.</a:t>
                      </a:r>
                    </a:p>
                    <a:p>
                      <a:pPr algn="just"/>
                      <a:endParaRPr lang="vi-VN" sz="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5127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vi-VN" sz="1400" b="1" dirty="0">
                    <a:solidFill>
                      <a:schemeClr val="accent2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QUẢN LÝ TÀI SẢN VÀ PHÒNG HỌP</a:t>
                </a:r>
                <a:endParaRPr lang="en-US" sz="105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b="1" i="0" dirty="0" err="1">
                    <a:solidFill>
                      <a:srgbClr val="080809"/>
                    </a:solidFill>
                    <a:effectLst/>
                    <a:latin typeface="ahoma"/>
                  </a:rPr>
                  <a:t>Nguyễn</a:t>
                </a:r>
                <a:r>
                  <a:rPr lang="en-US" sz="800" b="1" i="0" dirty="0">
                    <a:solidFill>
                      <a:srgbClr val="080809"/>
                    </a:solidFill>
                    <a:effectLst/>
                    <a:latin typeface="ahoma"/>
                  </a:rPr>
                  <a:t> </a:t>
                </a:r>
                <a:r>
                  <a:rPr lang="en-US" sz="800" b="1" i="0" dirty="0" err="1">
                    <a:solidFill>
                      <a:srgbClr val="080809"/>
                    </a:solidFill>
                    <a:effectLst/>
                    <a:latin typeface="ahoma"/>
                  </a:rPr>
                  <a:t>Mạnh</a:t>
                </a:r>
                <a:r>
                  <a:rPr lang="en-US" sz="800" b="1" i="0" dirty="0">
                    <a:solidFill>
                      <a:srgbClr val="080809"/>
                    </a:solidFill>
                    <a:effectLst/>
                    <a:latin typeface="ahoma"/>
                  </a:rPr>
                  <a:t> </a:t>
                </a:r>
                <a:r>
                  <a:rPr lang="en-US" sz="800" b="1" i="0" dirty="0" err="1">
                    <a:solidFill>
                      <a:srgbClr val="080809"/>
                    </a:solidFill>
                    <a:effectLst/>
                    <a:latin typeface="ahoma"/>
                  </a:rPr>
                  <a:t>Đức</a:t>
                </a:r>
                <a:r>
                  <a:rPr lang="vi-VN" sz="799" b="1" dirty="0">
                    <a:latin typeface="ahoma"/>
                  </a:rPr>
                  <a:t>, </a:t>
                </a:r>
                <a:r>
                  <a:rPr lang="vi-VN" sz="800" b="1" i="0" dirty="0">
                    <a:solidFill>
                      <a:srgbClr val="080809"/>
                    </a:solidFill>
                    <a:effectLst/>
                    <a:latin typeface="ahoma"/>
                  </a:rPr>
                  <a:t>Vương </a:t>
                </a:r>
                <a:r>
                  <a:rPr lang="vi-VN" sz="800" b="1" i="0" dirty="0" err="1">
                    <a:solidFill>
                      <a:srgbClr val="080809"/>
                    </a:solidFill>
                    <a:effectLst/>
                    <a:latin typeface="ahoma"/>
                  </a:rPr>
                  <a:t>Quốc</a:t>
                </a:r>
                <a:r>
                  <a:rPr lang="vi-VN" sz="800" b="1" i="0" dirty="0">
                    <a:solidFill>
                      <a:srgbClr val="080809"/>
                    </a:solidFill>
                    <a:effectLst/>
                    <a:latin typeface="ahoma"/>
                  </a:rPr>
                  <a:t> </a:t>
                </a:r>
                <a:r>
                  <a:rPr lang="vi-VN" sz="800" b="1" i="0" dirty="0" err="1">
                    <a:solidFill>
                      <a:srgbClr val="080809"/>
                    </a:solidFill>
                    <a:effectLst/>
                    <a:latin typeface="ahoma"/>
                  </a:rPr>
                  <a:t>Khánh</a:t>
                </a:r>
                <a:r>
                  <a:rPr lang="vi-VN" sz="799" b="1" dirty="0">
                    <a:latin typeface="ahoma"/>
                  </a:rPr>
                  <a:t>, </a:t>
                </a:r>
                <a:r>
                  <a:rPr lang="vi-VN" sz="799" b="1" dirty="0" err="1">
                    <a:latin typeface="ahoma"/>
                  </a:rPr>
                  <a:t>Hoàng</a:t>
                </a:r>
                <a:r>
                  <a:rPr lang="vi-VN" sz="799" b="1" dirty="0">
                    <a:latin typeface="ahoma"/>
                  </a:rPr>
                  <a:t> Minh </a:t>
                </a:r>
                <a:r>
                  <a:rPr lang="vi-VN" sz="799" b="1" dirty="0" err="1">
                    <a:latin typeface="ahoma"/>
                  </a:rPr>
                  <a:t>Phụng</a:t>
                </a:r>
                <a:endParaRPr lang="en-US" sz="799" b="1" dirty="0">
                  <a:latin typeface="ahoma"/>
                </a:endParaRP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023B2A99-2661-4945-745B-F6C3161DB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334" y="4963336"/>
            <a:ext cx="2378325" cy="1608543"/>
          </a:xfrm>
          <a:prstGeom prst="rect">
            <a:avLst/>
          </a:prstGeom>
        </p:spPr>
      </p:pic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87507"/>
              </p:ext>
            </p:extLst>
          </p:nvPr>
        </p:nvGraphicFramePr>
        <p:xfrm>
          <a:off x="71978" y="4200387"/>
          <a:ext cx="3890421" cy="5672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072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42176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85840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 </a:t>
                      </a:r>
                      <a:r>
                        <a:rPr lang="vi-VN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</a:t>
                      </a: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phòng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thời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mượn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trả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sản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trạng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thái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sản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58" y="6918526"/>
            <a:ext cx="720355" cy="1068397"/>
            <a:chOff x="5729861" y="6934721"/>
            <a:chExt cx="723703" cy="1072707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2475" y="7659641"/>
              <a:ext cx="681089" cy="347787"/>
              <a:chOff x="6072320" y="2228204"/>
              <a:chExt cx="681089" cy="351908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4200" y="2237546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 dirty="0" err="1">
                    <a:latin typeface="Arial Hebrew Scholar" pitchFamily="2" charset="-79"/>
                    <a:cs typeface="Arial Hebrew Scholar" pitchFamily="2" charset="-79"/>
                  </a:rPr>
                  <a:t>Github</a:t>
                </a:r>
                <a:r>
                  <a:rPr lang="en-US" sz="800" b="1" dirty="0">
                    <a:latin typeface="Arial Hebrew Scholar" pitchFamily="2" charset="-79"/>
                    <a:cs typeface="Arial Hebrew Scholar" pitchFamily="2" charset="-79"/>
                  </a:rPr>
                  <a:t> FIT-DNU</a:t>
                </a: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2320" y="2228204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9" name="AutoShape 2">
            <a:extLst>
              <a:ext uri="{FF2B5EF4-FFF2-40B4-BE49-F238E27FC236}">
                <a16:creationId xmlns:a16="http://schemas.microsoft.com/office/drawing/2014/main" id="{0F6D71FC-20C3-4008-A416-6F2AB3C015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CF44E-8782-4CC5-B616-84DEC8F8ED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3" y="4458735"/>
            <a:ext cx="3871795" cy="1792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AD3E90-1550-4F3A-B4CF-B9EE54F226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1" y="6247995"/>
            <a:ext cx="3871795" cy="17947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68E64C-B9D2-45AC-87F5-64BDBE4497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4" y="8040717"/>
            <a:ext cx="3871795" cy="18057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E68D542-A5F0-41C5-B6AF-C53A3159CB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889" y="2615123"/>
            <a:ext cx="2703133" cy="1971668"/>
          </a:xfrm>
          <a:prstGeom prst="rect">
            <a:avLst/>
          </a:prstGeom>
        </p:spPr>
      </p:pic>
      <p:pic>
        <p:nvPicPr>
          <p:cNvPr id="4" name="Picture 3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D8F0FD64-02AE-4096-81B6-12A74F8F6B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664" y="6870773"/>
            <a:ext cx="829836" cy="829836"/>
          </a:xfrm>
          <a:prstGeom prst="rect">
            <a:avLst/>
          </a:prstGeom>
        </p:spPr>
      </p:pic>
      <p:pic>
        <p:nvPicPr>
          <p:cNvPr id="37" name="Picture 36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F67C6814-5D29-42B0-B630-5F8C3A9C5B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674" y="1324783"/>
            <a:ext cx="658860" cy="658860"/>
          </a:xfrm>
          <a:prstGeom prst="rect">
            <a:avLst/>
          </a:prstGeom>
        </p:spPr>
      </p:pic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7474" y="7633429"/>
            <a:ext cx="683266" cy="362763"/>
            <a:chOff x="6071533" y="2197843"/>
            <a:chExt cx="683266" cy="367061"/>
          </a:xfrm>
        </p:grpSpPr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r>
                <a:rPr lang="en-US" sz="800" b="1" dirty="0">
                  <a:latin typeface="Arial Hebrew Scholar" pitchFamily="2" charset="-79"/>
                  <a:cs typeface="Arial Hebrew Scholar" pitchFamily="2" charset="-79"/>
                </a:rPr>
                <a:t> Platform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</TotalTime>
  <Words>268</Words>
  <Application>Microsoft Office PowerPoint</Application>
  <PresentationFormat>A4 Paper (210x297 mm)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ahoma</vt:lpstr>
      <vt:lpstr>Arial</vt:lpstr>
      <vt:lpstr>Arial Hebrew Scholar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Anh</cp:lastModifiedBy>
  <cp:revision>107</cp:revision>
  <dcterms:created xsi:type="dcterms:W3CDTF">2023-07-02T07:57:15Z</dcterms:created>
  <dcterms:modified xsi:type="dcterms:W3CDTF">2026-01-29T05:02:26Z</dcterms:modified>
</cp:coreProperties>
</file>